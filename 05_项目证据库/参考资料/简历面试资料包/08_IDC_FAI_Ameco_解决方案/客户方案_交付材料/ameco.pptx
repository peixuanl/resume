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76101-EED7-4A34-84A2-70206600A9A5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6D17D-1DC6-4DF0-9F78-A519B4D593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6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D17D-1DC6-4DF0-9F78-A519B4D593E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19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DD940-6ACC-5EFD-43DD-4FC2FE7FF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E8584F-175A-EC63-17EB-F9DE39736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91892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26DFD-4A50-848E-3CAC-603E7FC8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BFA4C0-6513-A6D3-1C43-04DC70E51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2170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37C6A-E4F0-DC23-0884-72B39327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1065E1-053A-CC5B-5680-0FA17D172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F6A516-AE67-9012-5287-2B17FD2D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C506E-A93B-9B06-7C54-CF0416EA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C20FE-F887-1494-644C-0FECAFCD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8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E6523-7EDF-CD13-0E48-AD3BBDB0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A5137-DE93-37A6-0DD5-5BA673E38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7EBB9F-50F7-8A19-39D5-5008F145F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F1151-1834-95EA-EC3D-43DF0AAD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1C0243-6942-7E91-EBB3-41F0F8FF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F457D0-E561-55BB-BAB0-F6BD23AF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89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30ED6-9687-0BA5-B7A6-1BD196FD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4B27E5-BB55-FE32-7402-E0FFC9D07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AE20E2-54D6-C3EA-C702-E51027A1E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AB0D97-2A52-1DB7-1F9C-6009B4677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6DB788-7D9B-28CE-2A38-DB7663511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570E86-FEB9-33C2-C86A-49243FAB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FF91D6-EACD-1A53-BC8A-C67C373E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7C56D9-CDE9-0915-2FF1-3B602B16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57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3B918-05CB-E30C-30A5-68872D6C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83202A-294B-3AB7-2A0B-FB3D568C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B0FC58-8B68-7FCA-EF97-F6B291CC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48C62B-2342-05FE-6D75-67E152CC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11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763244-6F5D-AA2C-6BE8-D1921A91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CE3833-E10A-559C-103C-55D81BCE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93B01-0767-414F-AA62-0ECD4C3E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565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FA40D-040E-45AE-9333-0FD9B6FE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E93DE-85C4-75BE-9269-4C44BBC00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F458DC-B680-71A3-7C67-082DD9C9B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5D202-98C8-20FF-B93B-58945A86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DD3CCB-2746-7A8B-E1F6-06FE8EA7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008BC1-46C4-C4F9-6A1D-FD05F5DA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33906-579B-2A27-1C0B-4F27C15E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00D636-D380-779E-5DD7-E19E14595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87FA7B-4E8C-DF75-15D9-E4BC53FED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7CA4B2-5636-0C37-A98F-1EA9AAD5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B5753D-4639-2219-5648-14C3AD608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29923F-00C9-4D14-6CBC-7508617E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29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9648D-D24C-0849-103B-7E84621A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42F3EA-89B9-D153-5F48-2754D4CA8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F05D46-546C-D0E0-F21E-26B3AFE2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D2DFD-2B0C-4BDA-B74C-18FCB716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11057-0B6B-ED78-30F9-F5E22416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8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89BD5E-CDF7-4803-A379-BA8A590A0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195285-E3BB-D407-4177-C93FAA009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AC4F1-D200-1E3B-B612-23F55E83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E10CF-B597-4DB3-3B58-53B17DFA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349E5-6076-1884-B06F-13B02680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60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16BBC9-12F4-D2A3-0314-766DD947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5" y="412831"/>
            <a:ext cx="10515600" cy="974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F9501F-C562-3754-8C1C-F58FF110F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532" y="1499627"/>
            <a:ext cx="103545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7B73A878-8A85-530F-D496-E50C6E4F9B26}"/>
              </a:ext>
            </a:extLst>
          </p:cNvPr>
          <p:cNvSpPr/>
          <p:nvPr/>
        </p:nvSpPr>
        <p:spPr>
          <a:xfrm>
            <a:off x="0" y="105968"/>
            <a:ext cx="435935" cy="904550"/>
          </a:xfrm>
          <a:prstGeom prst="rect">
            <a:avLst/>
          </a:prstGeom>
          <a:solidFill>
            <a:srgbClr val="1E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5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D02A99-77F7-0209-E3DC-A260FFBA8E3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email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0938" y="6237911"/>
            <a:ext cx="1521703" cy="51472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C47C38-DEA7-F4D0-423D-8443B90D8C9A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3826" y="6222671"/>
            <a:ext cx="1521703" cy="514726"/>
          </a:xfrm>
          <a:prstGeom prst="rect">
            <a:avLst/>
          </a:prstGeom>
        </p:spPr>
      </p:pic>
      <p:sp>
        <p:nvSpPr>
          <p:cNvPr id="11" name="TextBox 16">
            <a:extLst>
              <a:ext uri="{FF2B5EF4-FFF2-40B4-BE49-F238E27FC236}">
                <a16:creationId xmlns:a16="http://schemas.microsoft.com/office/drawing/2014/main" id="{8BA5DFFA-9798-C160-4F07-14F67AF4EBAD}"/>
              </a:ext>
            </a:extLst>
          </p:cNvPr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dirty="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99FB5CA-1654-F537-45BC-2F69C063AA9A}"/>
              </a:ext>
            </a:extLst>
          </p:cNvPr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 dirty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13" name="Group 20">
            <a:extLst>
              <a:ext uri="{FF2B5EF4-FFF2-40B4-BE49-F238E27FC236}">
                <a16:creationId xmlns:a16="http://schemas.microsoft.com/office/drawing/2014/main" id="{D0851872-4CF6-B6E1-B010-620BEB9C10A4}"/>
              </a:ext>
            </a:extLst>
          </p:cNvPr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4" name="Straight Connector 18">
              <a:extLst>
                <a:ext uri="{FF2B5EF4-FFF2-40B4-BE49-F238E27FC236}">
                  <a16:creationId xmlns:a16="http://schemas.microsoft.com/office/drawing/2014/main" id="{1D96F396-1375-5AE4-149B-5F79A2EAB332}"/>
                </a:ext>
              </a:extLst>
            </p:cNvPr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iangle 19">
              <a:extLst>
                <a:ext uri="{FF2B5EF4-FFF2-40B4-BE49-F238E27FC236}">
                  <a16:creationId xmlns:a16="http://schemas.microsoft.com/office/drawing/2014/main" id="{0DB32C93-797E-8E86-BAE2-4942469DBC11}"/>
                </a:ext>
              </a:extLst>
            </p:cNvPr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940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72" y="1870635"/>
            <a:ext cx="6943846" cy="374127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591072" y="324523"/>
            <a:ext cx="332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功能模块拆解</a:t>
            </a:r>
          </a:p>
        </p:txBody>
      </p:sp>
    </p:spTree>
    <p:extLst>
      <p:ext uri="{BB962C8B-B14F-4D97-AF65-F5344CB8AC3E}">
        <p14:creationId xmlns:p14="http://schemas.microsoft.com/office/powerpoint/2010/main" val="2461198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492464" y="369345"/>
            <a:ext cx="7638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——TSM</a:t>
            </a:r>
            <a:r>
              <a:rPr lang="zh-CN" altLang="en-US" dirty="0"/>
              <a:t>标准方案库</a:t>
            </a: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A904829A-D043-793D-34C7-32BE32173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66" y="1556192"/>
            <a:ext cx="5989022" cy="430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34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858" y="1094566"/>
            <a:ext cx="7081824" cy="54020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456602" y="361345"/>
            <a:ext cx="5800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</a:t>
            </a:r>
            <a:r>
              <a:rPr lang="zh-CN" altLang="en-US" dirty="0"/>
              <a:t>排故管理</a:t>
            </a:r>
          </a:p>
        </p:txBody>
      </p:sp>
    </p:spTree>
    <p:extLst>
      <p:ext uri="{BB962C8B-B14F-4D97-AF65-F5344CB8AC3E}">
        <p14:creationId xmlns:p14="http://schemas.microsoft.com/office/powerpoint/2010/main" val="150385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0013" y="1121934"/>
            <a:ext cx="6679305" cy="521242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313166" y="351416"/>
            <a:ext cx="6132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</a:t>
            </a:r>
            <a:r>
              <a:rPr lang="zh-CN" altLang="en-US" dirty="0"/>
              <a:t>维修管理</a:t>
            </a:r>
          </a:p>
        </p:txBody>
      </p:sp>
    </p:spTree>
    <p:extLst>
      <p:ext uri="{BB962C8B-B14F-4D97-AF65-F5344CB8AC3E}">
        <p14:creationId xmlns:p14="http://schemas.microsoft.com/office/powerpoint/2010/main" val="375240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078" y="2097598"/>
            <a:ext cx="5800370" cy="26628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375919" y="396240"/>
            <a:ext cx="7028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</a:t>
            </a:r>
            <a:r>
              <a:rPr lang="zh-CN" altLang="en-US" dirty="0"/>
              <a:t>结果评估归档</a:t>
            </a:r>
          </a:p>
        </p:txBody>
      </p:sp>
    </p:spTree>
    <p:extLst>
      <p:ext uri="{BB962C8B-B14F-4D97-AF65-F5344CB8AC3E}">
        <p14:creationId xmlns:p14="http://schemas.microsoft.com/office/powerpoint/2010/main" val="109626478"/>
      </p:ext>
    </p:extLst>
  </p:cSld>
  <p:clrMapOvr>
    <a:masterClrMapping/>
  </p:clrMapOvr>
</p:sld>
</file>

<file path=ppt/theme/theme1.xml><?xml version="1.0" encoding="utf-8"?>
<a:theme xmlns:a="http://schemas.openxmlformats.org/drawingml/2006/main" name="Ameco  - 华北航线(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Ameco  - 华北航线(2)</Template>
  <TotalTime>14</TotalTime>
  <Words>37</Words>
  <Application>Microsoft Office PowerPoint</Application>
  <PresentationFormat>宽屏</PresentationFormat>
  <Paragraphs>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微软雅黑</vt:lpstr>
      <vt:lpstr>微软雅黑</vt:lpstr>
      <vt:lpstr>微软雅黑 Light</vt:lpstr>
      <vt:lpstr>Arial</vt:lpstr>
      <vt:lpstr>Bebas Neue</vt:lpstr>
      <vt:lpstr>Ameco  - 华北航线(2)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qianxiao zhang</dc:creator>
  <cp:lastModifiedBy>qianxiao zhang</cp:lastModifiedBy>
  <cp:revision>1</cp:revision>
  <dcterms:created xsi:type="dcterms:W3CDTF">2024-07-16T12:02:24Z</dcterms:created>
  <dcterms:modified xsi:type="dcterms:W3CDTF">2024-07-16T12:17:19Z</dcterms:modified>
</cp:coreProperties>
</file>