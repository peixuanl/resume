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🏭  FactVerse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C8FF"/>
                </a:solidFill>
                <a:latin typeface="Calibri"/>
              </a:defRPr>
            </a:pPr>
            <a:r>
              <a:t>Global Deployment &amp; Team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How Developers, Testers &amp; Implementers Collaborate to Deliver Worldwide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97680"/>
            <a:ext cx="39319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DataMesh Inc.  ·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Confidential —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What FactVerse AI Agent is and its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Architecture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4-layer architecture, 3 services, 7 platform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Team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Developers, Testers, and Field Implementers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21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Development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Git flow, branching, code review, sprints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797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Unit → Integration → E2E → Performance → UAT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97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Build, test, package, deploy automatically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381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38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Environment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694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Dev → Staging → Production per 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381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38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Customer Deployment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694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On-prem, cloud, and hybrid options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96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Localization &amp; i18n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11 languages, regional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96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Module Customization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Module Center: enable/disable per customer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548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754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Implementation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0109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Customer onboarding in 4 phases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7548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754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Support &amp;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0109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SLA tiers, monitoring, incident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413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Scaling the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Hiring, onboarding, knowledge 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413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Key takeaways and action items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Calibri"/>
              </a:defRPr>
            </a:pPr>
            <a:r>
              <a:t>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1,860+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Source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190+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Knowledge Nodes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83280"/>
            <a:ext cx="3520440" cy="1828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☕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77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Java 21 + Spring Boot 3.4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43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720+ endpoints, 125 migrations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383280"/>
            <a:ext cx="3520440" cy="1828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🐍 AI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977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Python 3.12 + FastAPI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343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280+ endpoints, 31 AI tools, 6 LLM providers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59" y="3383280"/>
            <a:ext cx="3520440" cy="1828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39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🖥️ 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9" y="3977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Vue 3 + TypeScript + Vite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4343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67 views, 28 modules, Element Plus + Three.js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▸ Unified AI Agent operating system — not a tool collection. Built for DataMesh FactVerse digital twins.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t>Layer 4 — Business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TrafficOps  ·  HeatOps  ·  SemiOps  ·  DCops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Calibri"/>
              </a:defRPr>
            </a:pPr>
            <a:r>
              <a:t>Layer 3 — Platform Tools (23)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Knowledge (12)  ·  Business (6)  ·  Cross-Module (3)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64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Layer 2 — AI Agent Platform (7 Services)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Agent Context  ·  Content &amp; Knowledge  ·  Knowledge Graph  ·  Tool Framework  ·  Embedding  ·  LLM  ·  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Layer 1 — Foundation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445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Auth / RBAC  ·  Multi-Tenant  ·  Audit  ·  Storage  ·  Cache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02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Layer 0 —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PostgreSQL 16 + pgvector  ·  Redis 7  ·  ClickHouse  ·  TimescaleDB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▸ Each layer only depends on layers below it — clean dependencies, easy to test and deploy independently.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43891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Development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Backend Engineers (Java/Spring)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AI/ML Engineers (Python/FastAPI)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Frontend Engineers (Vue/TS)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Platform Architects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DevOps / Infrastructure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i18n / Localization Leads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Owns: feature dev, code review,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architecture decisions, CI/CD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3891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QA / Testing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Test Automation Engineers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Performance Test Engineers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Security Testers (pen-test)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UAT Coordinators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Owns: test plans, regression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suites, golden datasets,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load testing, security scans,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customer acceptance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43891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Implementation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Solution Architects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Field Engineers / Deployers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Customer Success Managers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Training Specialists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Owns: site assessments,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deployment, BMS onboarding,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module configuration,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customer training, go-live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▸ All three teams work in synchronized 2-week sprints. Implementation feeds requirements back to Dev.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Development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  <a:latin typeface="Calibri"/>
              </a:defRPr>
            </a:pPr>
            <a:r>
              <a:t>Feature</a:t>
            </a:r>
            <a:br/>
            <a:r>
              <a:t>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feature/*</a:t>
            </a:r>
            <a:br/>
            <a:r>
              <a:t>from develop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Calibri"/>
              </a:defRPr>
            </a:pPr>
            <a:r>
              <a:t>Code</a:t>
            </a:r>
            <a:br/>
            <a: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PR + 2 approvals</a:t>
            </a:r>
            <a:br/>
            <a:r>
              <a:t>linting +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Calibri"/>
              </a:defRPr>
            </a:pPr>
            <a:r>
              <a:t>CI</a:t>
            </a:r>
            <a:br/>
            <a:r>
              <a:t>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Build + test</a:t>
            </a:r>
            <a:br/>
            <a:r>
              <a:t>all 3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Calibri"/>
              </a:defRPr>
            </a:pPr>
            <a:r>
              <a:t>Merge to</a:t>
            </a:r>
            <a:br/>
            <a:r>
              <a:t>Develop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Auto-merge</a:t>
            </a:r>
            <a:br/>
            <a:r>
              <a:t>if 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Release</a:t>
            </a:r>
            <a:br/>
            <a:r>
              <a:t>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release/v*</a:t>
            </a:r>
            <a:br/>
            <a:r>
              <a:t>final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  <a:latin typeface="Calibri"/>
              </a:defRPr>
            </a:pPr>
            <a:r>
              <a:t>Tag &amp;</a:t>
            </a:r>
            <a:br/>
            <a: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Semantic version</a:t>
            </a:r>
            <a:br/>
            <a:r>
              <a:t>Docker images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74720"/>
            <a:ext cx="11247120" cy="27432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Sprint Cadence (2 Weeks)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0233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Day 1–2:   Sprint planning · story refinement · architecture spikes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Day 3–8:   Feature development · daily standups · continuous integration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Day 9–10: Code freeze · integration testing · regression suite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Day 11:     UAT with stakeholders · demo to implementation team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Day 12:     Retrospective · release notes · Docker image tagging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888899"/>
                </a:solidFill>
                <a:latin typeface="Calibri"/>
              </a:defRPr>
            </a:pPr>
            <a:r>
              <a:t>Conventions:  Conventional Commits · Trunk-based for hotfixes · Feature flags for long-lived features</a:t>
            </a:r>
          </a:p>
          <a:p>
            <a:pPr>
              <a:spcBef>
                <a:spcPts val="300"/>
              </a:spcBef>
              <a:defRPr sz="1200">
                <a:solidFill>
                  <a:srgbClr val="888899"/>
                </a:solidFill>
                <a:latin typeface="Calibri"/>
              </a:defRPr>
            </a:pPr>
            <a:r>
              <a:t>Tooling:        GitHub/GitLab · JIRA/Linear · Slack · Swagger/OpenAPI for API contracts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 — The Pyramid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5544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500+ tests across all 3 services</a:t>
            </a:r>
            <a:br/>
            <a:r>
              <a:t>Backend: JUnit 5 + Mockito · AI: pytest · Frontend: Vitest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35808"/>
            <a:ext cx="110642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72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Calibri"/>
              </a:defRPr>
            </a:pPr>
            <a:r>
              <a:t>Integration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127248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API contract tests, DB migration tests</a:t>
            </a:r>
            <a:br/>
            <a:r>
              <a:t>Flyway CI · AI ↔ Backend HTTP · WebSocket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17136"/>
            <a:ext cx="11064240" cy="12801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E2E / Browser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608576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Critical user flows: login, dashboard, advisor chat,</a:t>
            </a:r>
            <a:br/>
            <a:r>
              <a:t>module navigation, mobile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07024"/>
            <a:ext cx="11064240" cy="11887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44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Performance /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998464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k6 / Locust load tests: 100+ concurrent users,</a:t>
            </a:r>
            <a:br/>
            <a:r>
              <a:t>API response &lt; 200ms p95, AI inference &lt; 2s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7205472"/>
            <a:ext cx="11064240" cy="10972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342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Security / Pen-test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7296912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OWASP Top 10, JWT audit, SSRF guard,</a:t>
            </a:r>
            <a:br/>
            <a:r>
              <a:t>rate limiting verification, 11/11 remediated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▸ Golden Datasets: 4 scenarios (Smart FM, TrafficOps, HeatOps, SemiOps) with 38 value baselines.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FF"/>
                </a:solidFill>
                <a:latin typeface="Calibri"/>
              </a:defRPr>
            </a:pPr>
            <a:r>
              <a:t>🔨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Maven compile (Backend)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pip install + lint (AI)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npm run build (Frontend)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TypeScript typecheck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🧪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JUnit 5 (103 tests)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pytest (310+ tests)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Vitest (75+ tests)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Flyway migration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39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Calibri"/>
              </a:defRPr>
            </a:pPr>
            <a:r>
              <a:t>📦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Docker build (3 images)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Image scanning (Trivy)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Tag with semver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Push to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9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59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Calibri"/>
              </a:defRPr>
            </a:pPr>
            <a:r>
              <a:t>🚀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docker compose pull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Rolling restart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Health check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Smoke test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19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9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📊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9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Prometheus metrics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Grafana dashboards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Golden dataset validation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• Alert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Docker Images &amp; 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📦  jiel/factverse-backend:latest   — Java 21 Spring Boot application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📦  jiel/factverse-ai-engine:latest — Python 3.12 FastAPI + ML models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📦  jiel/factverse-frontend:latest  — Vue 3 SPA served via 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Environment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4114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-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🛠️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Local / Dev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Docker Compose on dev machines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Hot-reload for all 3 services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Seeded test data (simulator)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Feature flags enabled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CORS open for localhost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3566160" cy="4114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-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🧪 Staging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Pre-Production Mirror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317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Identical to production config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Customer-specific data snapshots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UAT by implementation team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Performance baseline tests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Security scan before promote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54480"/>
            <a:ext cx="3566160" cy="4114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-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🌍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Per-Customer Instance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3317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Isolated tenant or dedicated VM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SSL/TLS termination (Nginx)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Monitoring: Prometheus + Grafana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Auto-backup daily 3 AM UTC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Data retention policies 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Customer Deployment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4023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☁️ SaaS /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Multi-tenant on shared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Fastest time-to-value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Automatic updates &amp; patches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Shared Kubernetes cluster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Tenant isolation via RBAC + row-level security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Ideal for: SMBs, pilot programs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4023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🏢 Dedicated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Single-tenant on cloud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Customer-specific instance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Data sovereignty in chosen region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Custom SSL certificates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Dedicated PostgreSQL + Redis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Ideal for: enterprises, regulated industries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4023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🔒 On-Premises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Deploy inside customer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Air-gapped option available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Customer manages infrastructure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Offline model inference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VPN for remote support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Ideal for: government, defense, critical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▸ All models use the same Docker images. Configuration driven by .env and Module Center settings.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Localization &amp; i18n — 11 Languages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🇺🇸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🇨🇳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简体中文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🇹🇼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繁體中文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🇯🇵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日本語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🇰🇷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한국어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🇷🇺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Русский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🇪🇸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Español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🇫🇷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Français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20040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🇩🇪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Deutsch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20040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🇧🇷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Português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20040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🇸🇦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العربية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97680"/>
            <a:ext cx="11247120" cy="19202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i18n 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0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▸  6,500+ translation keys × 11 languages = 100% key coverage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▸  vue-i18n with lazy-loaded locale bundles per language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▸  Automated scripts: i18n:sync, i18n:check, i18n:progress for CI enforcement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▸  Regional compliance: date/time formats, number formats, currency, RTL support for Arabic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▸  Workflow: developers add keys in en.json → i18n:sync propagates to all locales → translators fill gaps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Customization — Module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Each customer gets exactly the modules they need — no bloat, no unnecessary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Calibri"/>
              </a:defRPr>
            </a:pPr>
            <a:r>
              <a:t>🚗 TrafficOps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Border &amp; Transit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🔥 HeatOps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Heating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🔬 SemiOps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Semiconductor Fab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t>🖥️ DCops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Data Center 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👁️ VisionOps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Visual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Calibri"/>
              </a:defRPr>
            </a:pPr>
            <a:r>
              <a:t>🏢 FMS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Facility Mgmt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🧭 Wayfinding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Indoor Navigation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t>🌱 GM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Green Mark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How Module Center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Toggle modules on/off per tenant via admin UI or API — no code changes needed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Disabled modules: routes hidden, APIs return 403, sidebar entries removed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Each module is self-contained: own routes, stores, API clients, i18n keys (~13 files each)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New modules register via BaseAgentTool + Flyway migration — platform auto-discovers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Playbook — 4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Discovery</a:t>
            </a:r>
            <a:br/>
            <a:r>
              <a:t>(2–3 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Site assessment visit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Identify existing BMS/SCADA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Map equipment &amp; sensors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Select modules to deploy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Define success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Deploy &amp; Configure</a:t>
            </a:r>
            <a:br/>
            <a:r>
              <a:t>(2–4 weeks)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Provision environment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Configure .env &amp; secrets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BMS onboarding wizard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Data connector setup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Module Center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Integrate &amp; Test</a:t>
            </a:r>
            <a:br/>
            <a:r>
              <a:t>(3–4 weeks)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Connect live sensor feeds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Validate data pipelines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Golden dataset comparison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UAT with customer ops team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AI Advisor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Go-Live &amp; Handover</a:t>
            </a:r>
            <a:br/>
            <a:r>
              <a:t>(1–2 weeks)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Production cutover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Staff training sessions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Runbook handover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Monitoring setup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✓  30-day hypercare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▸ Total timeline: 8–13 weeks from kickoff to go-live. Repeatable playbook for every customer.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Support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SLA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8640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CC"/>
                </a:solidFill>
                <a:latin typeface="Calibri"/>
              </a:defRPr>
            </a:pPr>
            <a:r>
              <a:t>🥉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47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Business hours · 8h response · email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48640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🥈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32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Extended hours · 4h response · Slack +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548640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alibri"/>
              </a:defRPr>
            </a:pPr>
            <a:r>
              <a:t>🥇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18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24/7 · 1h response · dedicated CSM + on-call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Monitoring &amp;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Prometheus metrics (backend + AI engine)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Grafana FactVerse Operations dashboard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Health check cron every 10 minutes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Automated backup daily at 3 AM UTC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Data retention: sensors 30d, alerts 90d, WO 180d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Webhook alerts to Slack/Teams/PagerDuty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System status: /api/v1/system/status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Upgrade Path for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Docker image pull → rolling restart → Flyway auto-migration → smoke test — zero downtime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Release notes with breaking change warnings · migration guides for major versions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Canary deployments available: route 10% traffic to new version, monitor, then promote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Rollback: previous Docker tag + Flyway undo migrations (if needed)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Scaling the Team Globally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🌏 Asia-Pacific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Seattle / Tokyo /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Core platform development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AI/ML engine R&amp;D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JP/KR/CN localization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APAC customer impl.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🌍 EMEA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London / Berlin / Dubai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EU data compliance (GDPR)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DE/FR/ES/AR localization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EU customer deployments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On-prem specialization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alibri"/>
              </a:defRPr>
            </a:pPr>
            <a:r>
              <a:t>🌎 Americas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Seattle / São Paulo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EN/PT localization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North/South America impl.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Cloud infrastructure (AWS/Azure)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•  Performance engineering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Knowledge Transfer &amp; 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AGENTS.md + CONVENTIONS.md for new developer onboarding (AI-native, self-documenting)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SSOT.md as living single-source-of-truth — every team member reads this first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992 documented API endpoints (Swagger UI) — no tribal knowledge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▸  Golden Datasets + Demo User (demo/admin123) for hands-on exploration on 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Platform is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361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1,860+ files, 1,000+ endpoints, 11 languages, 500+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Modular &amp; customizable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219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Module Center lets each customer get exactly what they need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07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Deployable anywhere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077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SaaS, dedicated cloud, or air-gapped on-prem via 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935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93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Repeatable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935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4-phase playbook: Discovery → Deploy → Integrate → Go-Live (8–13 weeks)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793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Globally scalable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793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Dev + Test + Impl teams with regional coverage in APAC, EMEA, Americas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🎯 Immediate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1. Finalize team hiring plan for Q2 2026 — prioritize implementation engineers</a:t>
            </a:r>
          </a:p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2. Set up CI/CD pipeline with GitHub Actions + Docker registry</a:t>
            </a:r>
          </a:p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3. Identify 3 pilot customers for first commercial deployments</a:t>
            </a:r>
          </a:p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Calibri"/>
              </a:defRPr>
            </a:pPr>
            <a:r>
              <a:t>4. Conduct dry-run of 4-phase implementation playbook internally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