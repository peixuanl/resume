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57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5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B2E274-C282-41D8-8D6C-A1D72E704367}" type="datetimeFigureOut">
              <a:rPr lang="zh-CN" altLang="en-US" smtClean="0"/>
              <a:t>2024/8/21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D158C7-79BE-4E70-B64C-7118092174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600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158C7-79BE-4E70-B64C-71180921741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26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9DD940-6ACC-5EFD-43DD-4FC2FE7FF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0E8584F-175A-EC63-17EB-F9DE39736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57727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E26DFD-4A50-848E-3CAC-603E7FC84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BFA4C0-6513-A6D3-1C43-04DC70E51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5956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C37C6A-E4F0-DC23-0884-72B393277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1065E1-053A-CC5B-5680-0FA17D172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F6A516-AE67-9012-5287-2B17FD2D63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34C3A8-2D0F-4E0D-9FFE-D7467BF452E4}" type="datetimeFigureOut">
              <a:rPr lang="zh-CN" altLang="en-US" smtClean="0"/>
              <a:t>2024/8/21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AC506E-A93B-9B06-7C54-CF0416EAF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AC20FE-F887-1494-644C-0FECAFCDE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FFC954E-5D1E-45E2-B819-758FE701E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7862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E6523-7EDF-CD13-0E48-AD3BBDB08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7A5137-DE93-37A6-0DD5-5BA673E38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7EBB9F-50F7-8A19-39D5-5008F145F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F1151-1834-95EA-EC3D-43DF0AADCB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34C3A8-2D0F-4E0D-9FFE-D7467BF452E4}" type="datetimeFigureOut">
              <a:rPr lang="zh-CN" altLang="en-US" smtClean="0"/>
              <a:t>2024/8/21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1C0243-6942-7E91-EBB3-41F0F8FF6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F457D0-E561-55BB-BAB0-F6BD23AF6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FFC954E-5D1E-45E2-B819-758FE701E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8809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30ED6-9687-0BA5-B7A6-1BD196FDF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4B27E5-BB55-FE32-7402-E0FFC9D07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AE20E2-54D6-C3EA-C702-E51027A1E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DAB0D97-2A52-1DB7-1F9C-6009B46772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F6DB788-7D9B-28CE-2A38-DB7663511F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9570E86-FEB9-33C2-C86A-49243FAB8B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34C3A8-2D0F-4E0D-9FFE-D7467BF452E4}" type="datetimeFigureOut">
              <a:rPr lang="zh-CN" altLang="en-US" smtClean="0"/>
              <a:t>2024/8/21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4FF91D6-EACD-1A53-BC8A-C67C373E2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A7C56D9-CDE9-0915-2FF1-3B602B166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FFC954E-5D1E-45E2-B819-758FE701E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640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03B918-05CB-E30C-30A5-68872D6C8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A83202A-294B-3AB7-2A0B-FB3D568C94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34C3A8-2D0F-4E0D-9FFE-D7467BF452E4}" type="datetimeFigureOut">
              <a:rPr lang="zh-CN" altLang="en-US" smtClean="0"/>
              <a:t>2024/8/21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B0FC58-8B68-7FCA-EF97-F6B291CCF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48C62B-2342-05FE-6D75-67E152CCD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FFC954E-5D1E-45E2-B819-758FE701E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630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D763244-6F5D-AA2C-6BE8-D1921A9106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34C3A8-2D0F-4E0D-9FFE-D7467BF452E4}" type="datetimeFigureOut">
              <a:rPr lang="zh-CN" altLang="en-US" smtClean="0"/>
              <a:t>2024/8/21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0CE3833-E10A-559C-103C-55D81BCEF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293B01-0767-414F-AA62-0ECD4C3E9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FFC954E-5D1E-45E2-B819-758FE701E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1893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FFA40D-040E-45AE-9333-0FD9B6FE1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7E93DE-85C4-75BE-9269-4C44BBC00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F458DC-B680-71A3-7C67-082DD9C9B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B5D202-98C8-20FF-B93B-58945A8639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34C3A8-2D0F-4E0D-9FFE-D7467BF452E4}" type="datetimeFigureOut">
              <a:rPr lang="zh-CN" altLang="en-US" smtClean="0"/>
              <a:t>2024/8/21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DD3CCB-2746-7A8B-E1F6-06FE8EA7E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008BC1-46C4-C4F9-6A1D-FD05F5DA4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FFC954E-5D1E-45E2-B819-758FE701E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8521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133906-579B-2A27-1C0B-4F27C15ED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900D636-D380-779E-5DD7-E19E14595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87FA7B-4E8C-DF75-15D9-E4BC53FEDF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7CA4B2-5636-0C37-A98F-1EA9AAD56F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34C3A8-2D0F-4E0D-9FFE-D7467BF452E4}" type="datetimeFigureOut">
              <a:rPr lang="zh-CN" altLang="en-US" smtClean="0"/>
              <a:t>2024/8/21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B5753D-4639-2219-5648-14C3AD608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29923F-00C9-4D14-6CBC-7508617E1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FFC954E-5D1E-45E2-B819-758FE701E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5917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59648D-D24C-0849-103B-7E84621A5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E42F3EA-89B9-D153-5F48-2754D4CA85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F05D46-546C-D0E0-F21E-26B3AFE2C7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34C3A8-2D0F-4E0D-9FFE-D7467BF452E4}" type="datetimeFigureOut">
              <a:rPr lang="zh-CN" altLang="en-US" smtClean="0"/>
              <a:t>2024/8/21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6D2DFD-2B0C-4BDA-B74C-18FCB716D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C11057-0B6B-ED78-30F9-F5E224166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FFC954E-5D1E-45E2-B819-758FE701E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4082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889BD5E-CDF7-4803-A379-BA8A590A0B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195285-E3BB-D407-4177-C93FAA009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2AC4F1-D200-1E3B-B612-23F55E832F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34C3A8-2D0F-4E0D-9FFE-D7467BF452E4}" type="datetimeFigureOut">
              <a:rPr lang="zh-CN" altLang="en-US" smtClean="0"/>
              <a:t>2024/8/21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AE10CF-B597-4DB3-3B58-53B17DFAC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1349E5-6076-1884-B06F-13B02680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FFC954E-5D1E-45E2-B819-758FE701E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386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43086E-2CEA-B10C-6795-CE16BFCB5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27C307-A7DE-B85F-A1FA-8AC0D42F27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34C3A8-2D0F-4E0D-9FFE-D7467BF452E4}" type="datetimeFigureOut">
              <a:rPr lang="zh-CN" altLang="en-US" smtClean="0"/>
              <a:t>2024/8/21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F03FCCA-FEC7-C15F-1B25-5578AFBD2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2885E06-E615-DA24-9912-748F202A8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FFC954E-5D1E-45E2-B819-758FE701E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44208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26C5DA-4994-A741-3785-02DFC41CE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69129FC-74F6-122D-143F-5BC6B2D348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34C3A8-2D0F-4E0D-9FFE-D7467BF452E4}" type="datetimeFigureOut">
              <a:rPr lang="zh-CN" altLang="en-US" smtClean="0"/>
              <a:t>2024/8/21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1E1B916-7495-33B8-0CDC-BD16315B1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AE0462D-E1CC-9B68-56D5-226DF7591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FFC954E-5D1E-45E2-B819-758FE701E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6496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A16BBC9-12F4-D2A3-0314-766DD9475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95" y="412831"/>
            <a:ext cx="10515600" cy="9745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F9501F-C562-3754-8C1C-F58FF110F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532" y="1499627"/>
            <a:ext cx="1035455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8" name="Rectangle 17">
            <a:extLst>
              <a:ext uri="{FF2B5EF4-FFF2-40B4-BE49-F238E27FC236}">
                <a16:creationId xmlns:a16="http://schemas.microsoft.com/office/drawing/2014/main" id="{7B73A878-8A85-530F-D496-E50C6E4F9B26}"/>
              </a:ext>
            </a:extLst>
          </p:cNvPr>
          <p:cNvSpPr/>
          <p:nvPr/>
        </p:nvSpPr>
        <p:spPr>
          <a:xfrm>
            <a:off x="0" y="105968"/>
            <a:ext cx="435935" cy="904550"/>
          </a:xfrm>
          <a:prstGeom prst="rect">
            <a:avLst/>
          </a:prstGeom>
          <a:solidFill>
            <a:srgbClr val="1E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5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7D02A99-77F7-0209-E3DC-A260FFBA8E36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email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39865"/>
          <a:stretch/>
        </p:blipFill>
        <p:spPr>
          <a:xfrm>
            <a:off x="10630938" y="6237911"/>
            <a:ext cx="1521703" cy="51472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CC47C38-DEA7-F4D0-423D-8443B90D8C9A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9865"/>
          <a:stretch/>
        </p:blipFill>
        <p:spPr>
          <a:xfrm>
            <a:off x="10633826" y="6222671"/>
            <a:ext cx="1521703" cy="514726"/>
          </a:xfrm>
          <a:prstGeom prst="rect">
            <a:avLst/>
          </a:prstGeom>
        </p:spPr>
      </p:pic>
      <p:sp>
        <p:nvSpPr>
          <p:cNvPr id="11" name="TextBox 16">
            <a:extLst>
              <a:ext uri="{FF2B5EF4-FFF2-40B4-BE49-F238E27FC236}">
                <a16:creationId xmlns:a16="http://schemas.microsoft.com/office/drawing/2014/main" id="{8BA5DFFA-9798-C160-4F07-14F67AF4EBAD}"/>
              </a:ext>
            </a:extLst>
          </p:cNvPr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dirty="0">
                <a:latin typeface="Bebas Neue" charset="0"/>
                <a:ea typeface="Bebas Neue" charset="0"/>
                <a:cs typeface="Bebas Neue" charset="0"/>
              </a:rPr>
              <a:t>www.datamesh.com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99FB5CA-1654-F537-45BC-2F69C063AA9A}"/>
              </a:ext>
            </a:extLst>
          </p:cNvPr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 dirty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13" name="Group 20">
            <a:extLst>
              <a:ext uri="{FF2B5EF4-FFF2-40B4-BE49-F238E27FC236}">
                <a16:creationId xmlns:a16="http://schemas.microsoft.com/office/drawing/2014/main" id="{D0851872-4CF6-B6E1-B010-620BEB9C10A4}"/>
              </a:ext>
            </a:extLst>
          </p:cNvPr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4" name="Straight Connector 18">
              <a:extLst>
                <a:ext uri="{FF2B5EF4-FFF2-40B4-BE49-F238E27FC236}">
                  <a16:creationId xmlns:a16="http://schemas.microsoft.com/office/drawing/2014/main" id="{1D96F396-1375-5AE4-149B-5F79A2EAB332}"/>
                </a:ext>
              </a:extLst>
            </p:cNvPr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riangle 19">
              <a:extLst>
                <a:ext uri="{FF2B5EF4-FFF2-40B4-BE49-F238E27FC236}">
                  <a16:creationId xmlns:a16="http://schemas.microsoft.com/office/drawing/2014/main" id="{0DB32C93-797E-8E86-BAE2-4942469DBC11}"/>
                </a:ext>
              </a:extLst>
            </p:cNvPr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微软雅黑 Light" panose="020B0502040204020203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9214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353D17-4525-6D08-DDBD-A378B8A951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3200" y="1234122"/>
            <a:ext cx="9418320" cy="2768917"/>
          </a:xfrm>
        </p:spPr>
        <p:txBody>
          <a:bodyPr>
            <a:normAutofit/>
          </a:bodyPr>
          <a:lstStyle/>
          <a:p>
            <a:r>
              <a:rPr lang="zh-CN" altLang="en-US" sz="4400" dirty="0"/>
              <a:t>富士康</a:t>
            </a:r>
            <a:r>
              <a:rPr lang="en-US" altLang="zh-CN" sz="4400" dirty="0"/>
              <a:t>checklist</a:t>
            </a:r>
            <a:br>
              <a:rPr lang="en-US" altLang="zh-CN" sz="4400" dirty="0"/>
            </a:br>
            <a:r>
              <a:rPr lang="zh-CN" altLang="en-US" sz="4400" dirty="0"/>
              <a:t>客户反馈及功能规划概述</a:t>
            </a:r>
          </a:p>
        </p:txBody>
      </p:sp>
    </p:spTree>
    <p:extLst>
      <p:ext uri="{BB962C8B-B14F-4D97-AF65-F5344CB8AC3E}">
        <p14:creationId xmlns:p14="http://schemas.microsoft.com/office/powerpoint/2010/main" val="1244102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373778-44A5-640A-381E-069B50716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54" y="0"/>
            <a:ext cx="11575105" cy="157852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i="1" dirty="0"/>
              <a:t>客户问题</a:t>
            </a:r>
            <a:r>
              <a:rPr lang="en-US" altLang="zh-CN" sz="1800" i="1" dirty="0"/>
              <a:t>1:</a:t>
            </a:r>
            <a:r>
              <a:rPr lang="zh-CN" altLang="en-US" sz="1800" i="1" dirty="0">
                <a:effectLst/>
              </a:rPr>
              <a:t>很多重复巡点检任务是重复的，剧本设计太多任务指引和任务必做项（拍照提交等），耗费时间 。</a:t>
            </a:r>
            <a:endParaRPr lang="zh-CN" altLang="en-US" sz="1800" i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0DB75D4-D3CC-3679-3303-C637A91D7468}"/>
              </a:ext>
            </a:extLst>
          </p:cNvPr>
          <p:cNvSpPr txBox="1"/>
          <p:nvPr/>
        </p:nvSpPr>
        <p:spPr>
          <a:xfrm>
            <a:off x="641451" y="1140592"/>
            <a:ext cx="106896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目标：</a:t>
            </a:r>
            <a:endParaRPr lang="en-US" altLang="zh-C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 dirty="0"/>
              <a:t>划分用户生命周期，随着一线员工不断熟悉</a:t>
            </a:r>
            <a:r>
              <a:rPr lang="en-US" altLang="zh-CN" sz="2000" b="1" dirty="0"/>
              <a:t>checklist</a:t>
            </a:r>
            <a:r>
              <a:rPr lang="zh-CN" altLang="en-US" sz="2000" b="1" dirty="0"/>
              <a:t>以及巡检任务的过程中，简化任务流，缩减巡点检时间。</a:t>
            </a:r>
            <a:endParaRPr lang="en-US" altLang="zh-C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Checklist</a:t>
            </a:r>
            <a:r>
              <a:rPr lang="zh-CN" altLang="en-US" sz="2000" b="1" dirty="0"/>
              <a:t>侧重于任务指引，优先确保员工完成每一步巡检任务，不漏步不跳步。</a:t>
            </a:r>
          </a:p>
        </p:txBody>
      </p:sp>
      <p:pic>
        <p:nvPicPr>
          <p:cNvPr id="8" name="图片 7" descr="图示&#10;&#10;低可信度描述已自动生成">
            <a:extLst>
              <a:ext uri="{FF2B5EF4-FFF2-40B4-BE49-F238E27FC236}">
                <a16:creationId xmlns:a16="http://schemas.microsoft.com/office/drawing/2014/main" id="{8559BA40-9DA2-87CB-46B5-05244485DA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854" y="2464031"/>
            <a:ext cx="7626742" cy="405785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DE51BE6-794A-87B8-7B62-885EBB422568}"/>
              </a:ext>
            </a:extLst>
          </p:cNvPr>
          <p:cNvSpPr txBox="1"/>
          <p:nvPr/>
        </p:nvSpPr>
        <p:spPr>
          <a:xfrm>
            <a:off x="7691120" y="2719121"/>
            <a:ext cx="4220045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b="1" dirty="0"/>
              <a:t>规划：</a:t>
            </a:r>
            <a:endParaRPr lang="en-US" altLang="zh-CN" b="1" dirty="0"/>
          </a:p>
          <a:p>
            <a:pPr>
              <a:spcBef>
                <a:spcPts val="1200"/>
              </a:spcBef>
            </a:pPr>
            <a:r>
              <a:rPr lang="zh-CN" altLang="en-US" dirty="0"/>
              <a:t>新员工刚进入公司需要：熟练软件，依据巡检指引学习巡检任务，同时完成巡点检任务时不可跳过必做项。</a:t>
            </a:r>
            <a:endParaRPr lang="en-US" altLang="zh-CN" dirty="0"/>
          </a:p>
          <a:p>
            <a:pPr>
              <a:spcBef>
                <a:spcPts val="1200"/>
              </a:spcBef>
            </a:pPr>
            <a:r>
              <a:rPr lang="zh-CN" altLang="en-US" dirty="0"/>
              <a:t>熟练后：省略指引，但依旧在巡检任务中要完成必做项</a:t>
            </a:r>
            <a:endParaRPr lang="en-US" altLang="zh-CN" dirty="0"/>
          </a:p>
          <a:p>
            <a:pPr>
              <a:spcBef>
                <a:spcPts val="1200"/>
              </a:spcBef>
            </a:pPr>
            <a:r>
              <a:rPr lang="zh-CN" altLang="en-US" dirty="0"/>
              <a:t>成为老员工后：在巡点检任务时</a:t>
            </a:r>
            <a:r>
              <a:rPr lang="zh-CN" altLang="en-US" dirty="0">
                <a:solidFill>
                  <a:srgbClr val="FF0000"/>
                </a:solidFill>
              </a:rPr>
              <a:t>可跳过</a:t>
            </a:r>
            <a:r>
              <a:rPr lang="zh-CN" altLang="en-US" dirty="0"/>
              <a:t>必做项。</a:t>
            </a:r>
          </a:p>
        </p:txBody>
      </p:sp>
    </p:spTree>
    <p:extLst>
      <p:ext uri="{BB962C8B-B14F-4D97-AF65-F5344CB8AC3E}">
        <p14:creationId xmlns:p14="http://schemas.microsoft.com/office/powerpoint/2010/main" val="1164621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373778-44A5-640A-381E-069B50716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175" y="0"/>
            <a:ext cx="10515600" cy="157852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i="1" dirty="0"/>
              <a:t>客户问题</a:t>
            </a:r>
            <a:r>
              <a:rPr lang="en-US" altLang="zh-CN" sz="1800" i="1" dirty="0"/>
              <a:t>2:</a:t>
            </a:r>
            <a:r>
              <a:rPr lang="zh-CN" altLang="en-US" sz="1800" i="1" dirty="0">
                <a:effectLst/>
              </a:rPr>
              <a:t>和</a:t>
            </a:r>
            <a:r>
              <a:rPr lang="en-US" altLang="zh-CN" sz="1800" i="1" dirty="0">
                <a:effectLst/>
              </a:rPr>
              <a:t>studio</a:t>
            </a:r>
            <a:r>
              <a:rPr lang="zh-CN" altLang="en-US" sz="1800" i="1" dirty="0">
                <a:effectLst/>
              </a:rPr>
              <a:t>结合虽然能够很好虚实叠加，但耗费时间。虚实叠加部分易产生偏移。</a:t>
            </a:r>
            <a:endParaRPr lang="zh-CN" altLang="en-US" sz="1800" i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DF43FEC-9583-3FBD-1379-8119969F069B}"/>
              </a:ext>
            </a:extLst>
          </p:cNvPr>
          <p:cNvSpPr txBox="1"/>
          <p:nvPr/>
        </p:nvSpPr>
        <p:spPr>
          <a:xfrm>
            <a:off x="6840545" y="1997839"/>
            <a:ext cx="49072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sz="2000" b="1" dirty="0"/>
              <a:t>目标：</a:t>
            </a:r>
            <a:endParaRPr lang="en-US" altLang="zh-CN" sz="2000" b="1" dirty="0"/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/>
              <a:t>结合用户的核心业务需求，减少</a:t>
            </a:r>
            <a:r>
              <a:rPr lang="zh-CN" altLang="en-US" sz="2000" b="1" dirty="0">
                <a:solidFill>
                  <a:srgbClr val="FF0000"/>
                </a:solidFill>
              </a:rPr>
              <a:t>模型</a:t>
            </a:r>
            <a:r>
              <a:rPr lang="zh-CN" altLang="en-US" sz="2000" b="1" dirty="0"/>
              <a:t>的虚实叠加，仅将巡点检时任务相关的</a:t>
            </a:r>
            <a:r>
              <a:rPr lang="zh-CN" altLang="en-US" sz="2000" b="1" dirty="0">
                <a:solidFill>
                  <a:srgbClr val="FF0000"/>
                </a:solidFill>
              </a:rPr>
              <a:t>必要数据</a:t>
            </a:r>
            <a:r>
              <a:rPr lang="zh-CN" altLang="en-US" sz="2000" b="1" dirty="0"/>
              <a:t>叠加在现实中（后续会考虑在一定条件下不做</a:t>
            </a:r>
            <a:r>
              <a:rPr lang="en-US" altLang="zh-CN" sz="2000" b="1" dirty="0" err="1"/>
              <a:t>xr</a:t>
            </a:r>
            <a:r>
              <a:rPr lang="zh-CN" altLang="en-US" sz="2000" b="1" dirty="0"/>
              <a:t>部分，如，熟练员工不需要指引，或是重复待检工作）。</a:t>
            </a:r>
            <a:endParaRPr lang="en-US" altLang="zh-CN" sz="2000" b="1" dirty="0"/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/>
              <a:t>必要的模型虚实叠加，尽量避免遮挡工作视野，提升使用体验。</a:t>
            </a:r>
            <a:endParaRPr lang="en-US" altLang="zh-CN" sz="20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105A193-D0A2-AFC4-DECF-EFAAF47571F6}"/>
              </a:ext>
            </a:extLst>
          </p:cNvPr>
          <p:cNvSpPr txBox="1"/>
          <p:nvPr/>
        </p:nvSpPr>
        <p:spPr>
          <a:xfrm>
            <a:off x="444175" y="1260918"/>
            <a:ext cx="71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sz="1800" b="1" dirty="0"/>
              <a:t>现状：</a:t>
            </a:r>
            <a:endParaRPr lang="en-US" altLang="zh-CN" sz="1800" b="1" dirty="0"/>
          </a:p>
        </p:txBody>
      </p:sp>
      <p:pic>
        <p:nvPicPr>
          <p:cNvPr id="13" name="图片 12" descr="冰箱上贴着许多海报&#10;&#10;低可信度描述已自动生成">
            <a:extLst>
              <a:ext uri="{FF2B5EF4-FFF2-40B4-BE49-F238E27FC236}">
                <a16:creationId xmlns:a16="http://schemas.microsoft.com/office/drawing/2014/main" id="{4A0AC0C1-F1AB-2AA9-111E-FE76D096ED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175" y="1644067"/>
            <a:ext cx="6131664" cy="357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920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373778-44A5-640A-381E-069B50716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175" y="0"/>
            <a:ext cx="10515600" cy="157852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i="1" dirty="0"/>
              <a:t>客户问题</a:t>
            </a:r>
            <a:r>
              <a:rPr lang="en-US" altLang="zh-CN" sz="1800" i="1" dirty="0">
                <a:effectLst/>
              </a:rPr>
              <a:t>3:</a:t>
            </a:r>
            <a:r>
              <a:rPr lang="zh-CN" altLang="en-US" sz="1800" i="1" dirty="0">
                <a:effectLst/>
              </a:rPr>
              <a:t>每个设备的巡点检都需要扫码，费时费力。</a:t>
            </a:r>
            <a:endParaRPr lang="zh-CN" altLang="en-US" sz="1800" i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D313E04-7971-3566-E6ED-D9BD4D1BA6AE}"/>
              </a:ext>
            </a:extLst>
          </p:cNvPr>
          <p:cNvSpPr txBox="1"/>
          <p:nvPr/>
        </p:nvSpPr>
        <p:spPr>
          <a:xfrm>
            <a:off x="713872" y="1181220"/>
            <a:ext cx="9546659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b="1" dirty="0"/>
              <a:t>目标：</a:t>
            </a:r>
            <a:endParaRPr lang="en-US" altLang="zh-CN" sz="1800" b="1" dirty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 b="1" dirty="0"/>
              <a:t>重复的待点检设备支持仅一次扫码，完成多次的点检任务。</a:t>
            </a:r>
            <a:endParaRPr lang="en-US" altLang="zh-CN" sz="1800" b="1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 dirty="0"/>
              <a:t>“单码多任务”方法</a:t>
            </a:r>
            <a:r>
              <a:rPr lang="zh-CN" altLang="en-US" b="1" dirty="0">
                <a:solidFill>
                  <a:srgbClr val="FF0000"/>
                </a:solidFill>
              </a:rPr>
              <a:t>不支持</a:t>
            </a:r>
            <a:r>
              <a:rPr lang="en-US" altLang="zh-CN" b="1" dirty="0" err="1">
                <a:solidFill>
                  <a:srgbClr val="FF0000"/>
                </a:solidFill>
              </a:rPr>
              <a:t>xr</a:t>
            </a:r>
            <a:r>
              <a:rPr lang="zh-CN" altLang="en-US" b="1" dirty="0">
                <a:solidFill>
                  <a:srgbClr val="FF0000"/>
                </a:solidFill>
              </a:rPr>
              <a:t>的虚实叠加</a:t>
            </a:r>
            <a:r>
              <a:rPr lang="zh-CN" altLang="en-US" b="1" dirty="0"/>
              <a:t>，仅支持</a:t>
            </a:r>
            <a:r>
              <a:rPr lang="zh-CN" altLang="en-US" b="1" dirty="0">
                <a:solidFill>
                  <a:srgbClr val="FF0000"/>
                </a:solidFill>
              </a:rPr>
              <a:t>自主选择设备，查看关联信息和数据</a:t>
            </a:r>
            <a:r>
              <a:rPr lang="zh-CN" altLang="en-US" b="1" dirty="0"/>
              <a:t>。</a:t>
            </a:r>
            <a:endParaRPr lang="en-US" altLang="zh-CN" b="1" dirty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 b="1" dirty="0"/>
              <a:t>扫码支持读取所有待监测设备的数据和信息</a:t>
            </a:r>
            <a:r>
              <a:rPr lang="zh-CN" altLang="en-US" b="1" dirty="0"/>
              <a:t>，同时开始执行员工对多个设备的任务。</a:t>
            </a:r>
            <a:endParaRPr lang="en-US" altLang="zh-CN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E338B4-8FF7-046F-C7D6-6295169CACCB}"/>
              </a:ext>
            </a:extLst>
          </p:cNvPr>
          <p:cNvSpPr txBox="1"/>
          <p:nvPr/>
        </p:nvSpPr>
        <p:spPr>
          <a:xfrm>
            <a:off x="633910" y="3168399"/>
            <a:ext cx="3218047" cy="2816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b="1" dirty="0"/>
              <a:t>规划：</a:t>
            </a:r>
            <a:endParaRPr lang="en-US" altLang="zh-CN" b="1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假设一个二维码关联了</a:t>
            </a:r>
            <a:r>
              <a:rPr lang="en-US" altLang="zh-CN" dirty="0"/>
              <a:t>6</a:t>
            </a:r>
            <a:r>
              <a:rPr lang="zh-CN" altLang="en-US" dirty="0"/>
              <a:t>个相同</a:t>
            </a:r>
            <a:r>
              <a:rPr lang="en-US" altLang="zh-CN" dirty="0"/>
              <a:t>CNC</a:t>
            </a:r>
            <a:r>
              <a:rPr lang="zh-CN" altLang="en-US" dirty="0"/>
              <a:t>机床，扫码后读取这</a:t>
            </a:r>
            <a:r>
              <a:rPr lang="en-US" altLang="zh-CN" dirty="0"/>
              <a:t>6</a:t>
            </a:r>
            <a:r>
              <a:rPr lang="zh-CN" altLang="en-US" dirty="0"/>
              <a:t>个机床的信息和数据，以任务列表形式展示，同时开始执行点检任务。</a:t>
            </a:r>
            <a:endParaRPr lang="en-US" altLang="zh-CN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由于是相同机床，</a:t>
            </a:r>
            <a:r>
              <a:rPr lang="en-US" altLang="zh-CN" dirty="0"/>
              <a:t>checklist</a:t>
            </a:r>
            <a:r>
              <a:rPr lang="zh-CN" altLang="en-US" dirty="0"/>
              <a:t>的点检项目相同。</a:t>
            </a:r>
            <a:endParaRPr lang="en-US" altLang="zh-CN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初步规划如右图。</a:t>
            </a:r>
            <a:endParaRPr lang="en-US" altLang="zh-CN" dirty="0"/>
          </a:p>
        </p:txBody>
      </p:sp>
      <p:pic>
        <p:nvPicPr>
          <p:cNvPr id="9" name="图片 8" descr="图形用户界面, 应用程序&#10;&#10;描述已自动生成">
            <a:extLst>
              <a:ext uri="{FF2B5EF4-FFF2-40B4-BE49-F238E27FC236}">
                <a16:creationId xmlns:a16="http://schemas.microsoft.com/office/drawing/2014/main" id="{46B6831B-1D95-C89C-188B-875F1ADC81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0447" y="2759749"/>
            <a:ext cx="3106658" cy="388489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2321CAA-B62C-B0B8-3E86-DDC059A31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5304" y="2918131"/>
            <a:ext cx="2699574" cy="2962751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CC3E0E9-F03E-8778-BA79-8C4F5DF227F0}"/>
              </a:ext>
            </a:extLst>
          </p:cNvPr>
          <p:cNvCxnSpPr/>
          <p:nvPr/>
        </p:nvCxnSpPr>
        <p:spPr>
          <a:xfrm>
            <a:off x="8260080" y="3429000"/>
            <a:ext cx="1117600" cy="44689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14244609-84E6-5599-2B90-5A66743B9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1957" y="3835068"/>
            <a:ext cx="1740915" cy="1128874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887C53F-12B9-EA8D-0D93-B620F48BD5F7}"/>
              </a:ext>
            </a:extLst>
          </p:cNvPr>
          <p:cNvCxnSpPr>
            <a:cxnSpLocks/>
          </p:cNvCxnSpPr>
          <p:nvPr/>
        </p:nvCxnSpPr>
        <p:spPr>
          <a:xfrm flipV="1">
            <a:off x="4958977" y="3176817"/>
            <a:ext cx="1004943" cy="9992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113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373778-44A5-640A-381E-069B50716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CN" altLang="en-US" sz="1800" i="1" dirty="0"/>
              <a:t>客户问题（硬件）：利用</a:t>
            </a:r>
            <a:r>
              <a:rPr lang="en-US" altLang="zh-CN" sz="1800" i="1" dirty="0"/>
              <a:t>HL</a:t>
            </a:r>
            <a:r>
              <a:rPr lang="zh-CN" altLang="en-US" sz="1800" i="1" dirty="0"/>
              <a:t>设备学习成本高；</a:t>
            </a:r>
            <a:r>
              <a:rPr lang="en-US" altLang="zh-CN" sz="1800" i="1" dirty="0"/>
              <a:t>HL</a:t>
            </a:r>
            <a:r>
              <a:rPr lang="zh-CN" altLang="en-US" sz="1800" i="1" dirty="0"/>
              <a:t>结合</a:t>
            </a:r>
            <a:r>
              <a:rPr lang="en-US" altLang="zh-CN" sz="1800" i="1" dirty="0"/>
              <a:t>checklist</a:t>
            </a:r>
            <a:r>
              <a:rPr lang="zh-CN" altLang="en-US" sz="1800" i="1" dirty="0"/>
              <a:t>难以操作等。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815E12E-A39B-008D-E5EE-09778C9988D9}"/>
              </a:ext>
            </a:extLst>
          </p:cNvPr>
          <p:cNvSpPr txBox="1"/>
          <p:nvPr/>
        </p:nvSpPr>
        <p:spPr>
          <a:xfrm>
            <a:off x="1010844" y="2540888"/>
            <a:ext cx="7269556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b="1" dirty="0"/>
              <a:t>规划：</a:t>
            </a:r>
            <a:endParaRPr lang="en-US" altLang="zh-CN" sz="1800" b="1" dirty="0"/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1800" b="1" dirty="0"/>
              <a:t>后期更多支持使用</a:t>
            </a:r>
            <a:r>
              <a:rPr lang="en-US" altLang="zh-CN" sz="1800" b="1" dirty="0" err="1"/>
              <a:t>ipad</a:t>
            </a:r>
            <a:r>
              <a:rPr lang="zh-CN" altLang="en-US" sz="1800" b="1" dirty="0"/>
              <a:t>进行巡点检。</a:t>
            </a:r>
            <a:endParaRPr lang="en-US" altLang="zh-CN" sz="1800" b="1" dirty="0"/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1800" b="1" dirty="0"/>
              <a:t>提升用户使用体验，在巡点检任务执行时减少冗余交互步骤。</a:t>
            </a:r>
            <a:endParaRPr lang="en-US" altLang="zh-CN" sz="1800" b="1" dirty="0"/>
          </a:p>
        </p:txBody>
      </p:sp>
    </p:spTree>
    <p:extLst>
      <p:ext uri="{BB962C8B-B14F-4D97-AF65-F5344CB8AC3E}">
        <p14:creationId xmlns:p14="http://schemas.microsoft.com/office/powerpoint/2010/main" val="2039960926"/>
      </p:ext>
    </p:extLst>
  </p:cSld>
  <p:clrMapOvr>
    <a:masterClrMapping/>
  </p:clrMapOvr>
</p:sld>
</file>

<file path=ppt/theme/theme1.xml><?xml version="1.0" encoding="utf-8"?>
<a:theme xmlns:a="http://schemas.openxmlformats.org/drawingml/2006/main" name="Ameco  - 华北航线(2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Ameco机器学习平台</Template>
  <TotalTime>266</TotalTime>
  <Words>456</Words>
  <Application>Microsoft Office PowerPoint</Application>
  <PresentationFormat>宽屏</PresentationFormat>
  <Paragraphs>28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等线</vt:lpstr>
      <vt:lpstr>微软雅黑</vt:lpstr>
      <vt:lpstr>微软雅黑</vt:lpstr>
      <vt:lpstr>微软雅黑 Light</vt:lpstr>
      <vt:lpstr>Arial</vt:lpstr>
      <vt:lpstr>Bebas Neue</vt:lpstr>
      <vt:lpstr>Ameco  - 华北航线(2)</vt:lpstr>
      <vt:lpstr>富士康checklist 客户反馈及功能规划概述</vt:lpstr>
      <vt:lpstr>客户问题1:很多重复巡点检任务是重复的，剧本设计太多任务指引和任务必做项（拍照提交等），耗费时间 。</vt:lpstr>
      <vt:lpstr>客户问题2:和studio结合虽然能够很好虚实叠加，但耗费时间。虚实叠加部分易产生偏移。</vt:lpstr>
      <vt:lpstr>客户问题3:每个设备的巡点检都需要扫码，费时费力。</vt:lpstr>
      <vt:lpstr>客户问题（硬件）：利用HL设备学习成本高；HL结合checklist难以操作等。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qianxiao zhang</dc:creator>
  <cp:lastModifiedBy>qianxiao zhang</cp:lastModifiedBy>
  <cp:revision>2</cp:revision>
  <dcterms:created xsi:type="dcterms:W3CDTF">2024-08-21T06:14:10Z</dcterms:created>
  <dcterms:modified xsi:type="dcterms:W3CDTF">2024-08-21T10:40:29Z</dcterms:modified>
</cp:coreProperties>
</file>