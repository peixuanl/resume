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5FF7D-4DB6-1527-06B6-19CF3A4EB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AB3466-0ABC-B88E-662C-7C2C318E7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766034-5241-6D4B-D9F6-F62D0183F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DF1-7DA5-4149-ADDE-FD4EB060DF68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4F8301-14B9-BC91-5219-0E5DBEB5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22B18C-D70B-4848-5E35-4FDCED928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A2E2-D6E6-4AE3-A279-F89BB3B1B0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6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D0BE4-5190-A89C-DFAA-919FA516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DB3129-99F8-7FD5-AFEA-852A01549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89508-9106-ACF4-56C9-7B433D713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DF1-7DA5-4149-ADDE-FD4EB060DF68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5442B9-D95E-40FB-B4B8-AC7A2F69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FE92DD-D8B6-EDCE-BE04-222A1A303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A2E2-D6E6-4AE3-A279-F89BB3B1B0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892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E9D94-D00D-C5AB-E598-ACA1AE60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DB577A-7E85-57B3-0DA6-05291FDD7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B95AF8-BADA-F733-2489-A3ED31C4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DF1-7DA5-4149-ADDE-FD4EB060DF68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5B9E92-21FC-D907-6076-BB2D40D7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BA9B7D-9C89-8DB6-BD76-60F01E26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A2E2-D6E6-4AE3-A279-F89BB3B1B0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706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795C60-9A29-6D5A-9D92-3ECC75579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EA7838-C3F4-64B0-D987-E533D0EF3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03E4CC-158F-699C-6E99-639DCCACE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BD3CE5-BAD8-524F-F9FE-5B893E3F9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DF1-7DA5-4149-ADDE-FD4EB060DF68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95CBF7-0C0C-5041-1DFE-65EED548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DBA025-8340-A3B7-ED93-DBF2D5627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A2E2-D6E6-4AE3-A279-F89BB3B1B0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52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1A082-0179-C381-CA13-CA8710580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673132-6B45-6FDB-05BD-B765C4986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97E0AB-E936-083F-63DE-258CDF542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B1F126-61E9-6062-933A-66DE6102D7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5E69B0-DCAE-7BA0-871F-6AF257B67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1F949C-84D2-26AB-5C53-6BD1AD6EC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DF1-7DA5-4149-ADDE-FD4EB060DF68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C88070-DD5D-6C98-CD4F-F9E877BE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1F881B-0EE5-3970-44A1-44B5BF50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A2E2-D6E6-4AE3-A279-F89BB3B1B0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355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3FC9DB-6690-91E0-B453-B943490D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BAEADE-1057-ECC6-5DCD-CC8B7EE5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DF1-7DA5-4149-ADDE-FD4EB060DF68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1B0A91-5312-5D05-4FAA-49DB077B9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FFED03-22C3-C0E0-31B8-A1966DBB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A2E2-D6E6-4AE3-A279-F89BB3B1B0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57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353D5C-A674-9430-5884-9B7743D1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DF1-7DA5-4149-ADDE-FD4EB060DF68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113314-DFBC-8103-6334-25B7F5F79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308813-CBFD-1CCF-2658-DF8DBA84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A2E2-D6E6-4AE3-A279-F89BB3B1B0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70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D8075-EE6E-082A-5B75-11104992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A74077-3DC3-EF6F-B533-DDF537936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3FB820-F805-3067-6572-A7418A746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B95A94-7E59-431B-D1C3-1647E1001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DF1-7DA5-4149-ADDE-FD4EB060DF68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084811-3FC6-819A-4FAA-93196196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BF009C-A588-3E96-788E-30E079B4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A2E2-D6E6-4AE3-A279-F89BB3B1B0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861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ECA3EA-26C3-3EDF-F1D1-AF3FA7FBA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A2C8440-3EC5-6022-BCAB-D6A49F4B6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4D2815-F77A-512E-8001-3794FC82A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74D5D1-F540-5A30-E88F-88D31085C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DF1-7DA5-4149-ADDE-FD4EB060DF68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6DF0F3-4928-47D7-1059-D675A032B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853261-4794-50D2-0D6F-1787C01C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A2E2-D6E6-4AE3-A279-F89BB3B1B0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51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9FBF8-428B-5149-2CA9-E5D9DDF8D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F0338A-6018-5073-468C-C7C17B917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15A0EE-A51B-FE4C-E3AB-F23F82C29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DF1-7DA5-4149-ADDE-FD4EB060DF68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B099C4-D49C-C5F8-C3CB-28A71D0C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9085C-B066-8388-A8EA-59185C83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A2E2-D6E6-4AE3-A279-F89BB3B1B0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944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4D59A3-4426-9AB5-B949-225FE724D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CB92AA-75C8-6671-AA37-8B16DBFC4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983936-58C2-1312-5A8E-6CBB9876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DF1-7DA5-4149-ADDE-FD4EB060DF68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149072-D38D-947C-6CD9-A50F63639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AB8771-1BB6-BB8D-1568-E12DB4CE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A2E2-D6E6-4AE3-A279-F89BB3B1B0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15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6C37BE-5F7A-D485-ED52-91A7CBA10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6FE4D9-4541-FA0C-D2F3-5DEAC18F5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5EDFF-98D5-27A9-1B0A-4B1F455C3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2EDF1-7DA5-4149-ADDE-FD4EB060DF68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5EF08C-B683-D69D-EB03-8EAA76A7E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48BFC3-5BD8-9889-F7E6-16A119E1A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1A2E2-D6E6-4AE3-A279-F89BB3B1B0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506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3CF63-24DF-29C1-F08C-D997C1C8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痛点分析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技术方案应对</a:t>
            </a:r>
          </a:p>
        </p:txBody>
      </p:sp>
      <p:pic>
        <p:nvPicPr>
          <p:cNvPr id="8" name="内容占位符 7" descr="文本, 信件&#10;&#10;描述已自动生成">
            <a:extLst>
              <a:ext uri="{FF2B5EF4-FFF2-40B4-BE49-F238E27FC236}">
                <a16:creationId xmlns:a16="http://schemas.microsoft.com/office/drawing/2014/main" id="{795613F9-4090-116D-57D8-6821ACDE0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14" y="1069907"/>
            <a:ext cx="3631716" cy="1784327"/>
          </a:xfrm>
        </p:spPr>
      </p:pic>
      <p:pic>
        <p:nvPicPr>
          <p:cNvPr id="11" name="图片 10" descr="手机屏幕截图&#10;&#10;描述已自动生成">
            <a:extLst>
              <a:ext uri="{FF2B5EF4-FFF2-40B4-BE49-F238E27FC236}">
                <a16:creationId xmlns:a16="http://schemas.microsoft.com/office/drawing/2014/main" id="{FA4CE1DE-D36D-75AD-B470-78AA6E2AB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466" y="1069907"/>
            <a:ext cx="3467068" cy="1784327"/>
          </a:xfrm>
          <a:prstGeom prst="rect">
            <a:avLst/>
          </a:prstGeom>
        </p:spPr>
      </p:pic>
      <p:pic>
        <p:nvPicPr>
          <p:cNvPr id="4" name="图片 3" descr="文本, 信件&#10;&#10;描述已自动生成">
            <a:extLst>
              <a:ext uri="{FF2B5EF4-FFF2-40B4-BE49-F238E27FC236}">
                <a16:creationId xmlns:a16="http://schemas.microsoft.com/office/drawing/2014/main" id="{3DEDE0EF-3036-3593-AE7A-FA6D9990C0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770" y="1069906"/>
            <a:ext cx="4098150" cy="1784327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3C3C93D8-6BE0-887F-2559-A87AA376F6E0}"/>
              </a:ext>
            </a:extLst>
          </p:cNvPr>
          <p:cNvGrpSpPr/>
          <p:nvPr/>
        </p:nvGrpSpPr>
        <p:grpSpPr>
          <a:xfrm>
            <a:off x="755202" y="3029417"/>
            <a:ext cx="6308986" cy="3057618"/>
            <a:chOff x="671858" y="3423930"/>
            <a:chExt cx="6025276" cy="341632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2D9ED33-02F7-24B3-D647-8F3137845EA3}"/>
                </a:ext>
              </a:extLst>
            </p:cNvPr>
            <p:cNvSpPr txBox="1"/>
            <p:nvPr/>
          </p:nvSpPr>
          <p:spPr>
            <a:xfrm>
              <a:off x="715790" y="3481081"/>
              <a:ext cx="5932144" cy="319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系统协助方案审核和修改的留痕工作：在每阶段方案流转过程中，通过存档和签署，保存审核和修改中的人、时间、内容信息。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按照</a:t>
              </a:r>
              <a:r>
                <a:rPr lang="en-US" altLang="zh-CN" dirty="0"/>
                <a:t>checklist</a:t>
              </a:r>
              <a:r>
                <a:rPr lang="zh-CN" altLang="en-US" dirty="0"/>
                <a:t>的产品逻辑，维修工程师步骤化的执行维修方案。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智能判定完工：完成所有维修条目，系统提醒完工。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系统自动存档在维修中的操作内容，并自动生成维修日志。</a:t>
              </a:r>
              <a:endParaRPr lang="en-US" altLang="zh-CN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A1CFF3C-2A2A-02A5-74DD-962C32425B10}"/>
                </a:ext>
              </a:extLst>
            </p:cNvPr>
            <p:cNvSpPr/>
            <p:nvPr/>
          </p:nvSpPr>
          <p:spPr>
            <a:xfrm>
              <a:off x="671858" y="3423930"/>
              <a:ext cx="6025276" cy="341632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0216860A-0B44-9C9C-0E56-F632A1F58E9F}"/>
              </a:ext>
            </a:extLst>
          </p:cNvPr>
          <p:cNvSpPr txBox="1"/>
          <p:nvPr/>
        </p:nvSpPr>
        <p:spPr>
          <a:xfrm>
            <a:off x="7416203" y="3132043"/>
            <a:ext cx="46437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维修工程师无法看到完整的维修方案，仅能看到当前维修任务，完成当前任务后，才能看到下一任务。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按照问答方式进行维修操作，必要时提交维修现场照片、视频、文字描述等技术资料。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0" name="星形: 五角 9">
            <a:extLst>
              <a:ext uri="{FF2B5EF4-FFF2-40B4-BE49-F238E27FC236}">
                <a16:creationId xmlns:a16="http://schemas.microsoft.com/office/drawing/2014/main" id="{E7896CE3-785F-9DB0-81D8-893BA32A2AA8}"/>
              </a:ext>
            </a:extLst>
          </p:cNvPr>
          <p:cNvSpPr/>
          <p:nvPr/>
        </p:nvSpPr>
        <p:spPr>
          <a:xfrm>
            <a:off x="1237129" y="4558226"/>
            <a:ext cx="242047" cy="25551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AA4647E8-35B3-5AC7-7E75-EACCFDB82DD3}"/>
              </a:ext>
            </a:extLst>
          </p:cNvPr>
          <p:cNvSpPr/>
          <p:nvPr/>
        </p:nvSpPr>
        <p:spPr>
          <a:xfrm>
            <a:off x="7192266" y="3173356"/>
            <a:ext cx="242047" cy="25551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735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痛点分析-技术方案应对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qianxiao zhang</dc:creator>
  <cp:lastModifiedBy>qianxiao zhang</cp:lastModifiedBy>
  <cp:revision>2</cp:revision>
  <dcterms:created xsi:type="dcterms:W3CDTF">2024-07-17T04:01:46Z</dcterms:created>
  <dcterms:modified xsi:type="dcterms:W3CDTF">2024-07-17T04:03:44Z</dcterms:modified>
</cp:coreProperties>
</file>